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C2149FB-574A-439E-B22F-CEB246069C3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Say this aloud.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 Remember the numbers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08AB42-A82A-4E7C-B52B-4FB93048AA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005CDF-B63A-477F-BAB7-80D1950BB5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A364E8-ACCC-4EBE-B3C1-29FC7A693A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ACC8B8-DEAF-468B-91EF-3F067143CE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04527DE-50A9-4FE6-9FDD-C470A0BEFDC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https://example.com/slides" TargetMode="External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Quarterly review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Own content only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Agenda *and* more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Results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Revenue grew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By region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Plans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 not a heading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Compare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Left one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Left two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Right one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Right two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Numbers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" name=""/>
          <p:cNvGraphicFramePr/>
          <p:nvPr/>
        </p:nvGraphicFramePr>
        <p:xfrm>
          <a:off x="720000" y="1800000"/>
          <a:ext cx="7200000" cy="1440000"/>
        </p:xfrm>
        <a:graphic>
          <a:graphicData uri="http://schemas.openxmlformats.org/drawingml/2006/table">
            <a:tbl>
              <a:tblPr/>
              <a:tblGrid>
                <a:gridCol w="7200000"/>
                <a:gridCol w="0"/>
                <a:gridCol w="0"/>
              </a:tblGrid>
              <a:tr h="1440000"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Name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Qty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0"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A|B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*x*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0"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tail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Figure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" descr="A gradient picture"/>
          <p:cNvPicPr/>
          <p:nvPr/>
        </p:nvPicPr>
        <p:blipFill>
          <a:blip r:embed="rId1"/>
          <a:stretch/>
        </p:blipFill>
        <p:spPr>
          <a:xfrm>
            <a:off x="720000" y="1620000"/>
            <a:ext cx="2880000" cy="144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"/>
          <p:cNvSpPr txBox="1"/>
          <p:nvPr/>
        </p:nvSpPr>
        <p:spPr>
          <a:xfrm>
            <a:off x="720000" y="3240000"/>
            <a:ext cx="2880000" cy="54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Figure 1. The caption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3" name=""/>
          <p:cNvGrpSpPr/>
          <p:nvPr/>
        </p:nvGrpSpPr>
        <p:grpSpPr>
          <a:xfrm>
            <a:off x="4320000" y="1620000"/>
            <a:ext cx="2880000" cy="1440000"/>
            <a:chOff x="4320000" y="1620000"/>
            <a:chExt cx="2880000" cy="1440000"/>
          </a:xfrm>
        </p:grpSpPr>
        <p:sp>
          <p:nvSpPr>
            <p:cNvPr id="34" name=""/>
            <p:cNvSpPr txBox="1"/>
            <p:nvPr/>
          </p:nvSpPr>
          <p:spPr>
            <a:xfrm>
              <a:off x="4320000" y="1620000"/>
              <a:ext cx="2880000" cy="540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Grouped top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 txBox="1"/>
            <p:nvPr/>
          </p:nvSpPr>
          <p:spPr>
            <a:xfrm>
              <a:off x="4320000" y="2520000"/>
              <a:ext cx="2880000" cy="540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Grouped bottom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Backup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Hidden detail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Links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720000" y="1800000"/>
            <a:ext cx="5760000" cy="72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the site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for more.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LibreOffice/26.2.5.2$MacOSX_AARCH64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2026-10-08T12:32:01Z</dcterms:modified>
  <cp:revision>1</cp:revision>
  <dc:subject/>
  <dc:title/>
</cp:coreProperties>
</file>