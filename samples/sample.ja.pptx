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0844DF1-336D-4B01-AEDA-0DC54812048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ここで話す。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#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数字を覚えておく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82D44E-9FAD-48FA-AEBF-001CCA49F9C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DDEFA3-D1D4-478B-9910-69FFC90A15D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D0DD5C-335A-4FBB-A3D5-18C661346B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4F11AF-FC9A-40A5-B024-6735793B3D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1B0D9BB-0E58-4061-A8B6-FF2D5AED669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hyperlink" Target="https://example.com/slides" TargetMode="External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ja-JP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四半期レビュー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ja-JP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自作の内容のみ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ja-JP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議題と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</a:t>
            </a:r>
            <a:r>
              <a:rPr lang="ja-JP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その他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結果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売上が伸びた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地域別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計画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# </a:t>
            </a:r>
            <a:r>
              <a:rPr lang="ja-JP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見出しではない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ja-JP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比較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左一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左二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右一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右二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ja-JP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数値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9" name=""/>
          <p:cNvGraphicFramePr/>
          <p:nvPr/>
        </p:nvGraphicFramePr>
        <p:xfrm>
          <a:off x="720000" y="1800000"/>
          <a:ext cx="7200000" cy="1440000"/>
        </p:xfrm>
        <a:graphic>
          <a:graphicData uri="http://schemas.openxmlformats.org/drawingml/2006/table">
            <a:tbl>
              <a:tblPr/>
              <a:tblGrid>
                <a:gridCol w="7200000"/>
                <a:gridCol w="0"/>
                <a:gridCol w="0"/>
              </a:tblGrid>
              <a:tr h="1440000"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ja-JP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名前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ja-JP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数量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ja-JP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備考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0"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A|B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*x*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0"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ja-JP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末尾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ja-JP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図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" descr="グラデーションの画像"/>
          <p:cNvPicPr/>
          <p:nvPr/>
        </p:nvPicPr>
        <p:blipFill>
          <a:blip r:embed="rId1"/>
          <a:stretch/>
        </p:blipFill>
        <p:spPr>
          <a:xfrm>
            <a:off x="720000" y="1620000"/>
            <a:ext cx="2880000" cy="144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"/>
          <p:cNvSpPr txBox="1"/>
          <p:nvPr/>
        </p:nvSpPr>
        <p:spPr>
          <a:xfrm>
            <a:off x="720000" y="3240000"/>
            <a:ext cx="2880000" cy="54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ja-JP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図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ja-JP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キャプション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3" name=""/>
          <p:cNvGrpSpPr/>
          <p:nvPr/>
        </p:nvGrpSpPr>
        <p:grpSpPr>
          <a:xfrm>
            <a:off x="4320000" y="1620000"/>
            <a:ext cx="2880000" cy="1440000"/>
            <a:chOff x="4320000" y="1620000"/>
            <a:chExt cx="2880000" cy="1440000"/>
          </a:xfrm>
        </p:grpSpPr>
        <p:sp>
          <p:nvSpPr>
            <p:cNvPr id="34" name=""/>
            <p:cNvSpPr txBox="1"/>
            <p:nvPr/>
          </p:nvSpPr>
          <p:spPr>
            <a:xfrm>
              <a:off x="4320000" y="1620000"/>
              <a:ext cx="2880000" cy="540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ja-JP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グループ上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"/>
            <p:cNvSpPr txBox="1"/>
            <p:nvPr/>
          </p:nvSpPr>
          <p:spPr>
            <a:xfrm>
              <a:off x="4320000" y="2520000"/>
              <a:ext cx="2880000" cy="540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ja-JP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グループ下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ja-JP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予備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非表示の詳細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ja-JP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リンク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720000" y="1800000"/>
            <a:ext cx="5760000" cy="72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ja-JP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参照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ja-JP" sz="18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サイト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を見てください。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LibreOffice/26.2.5.2$MacOSX_AARCH64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2026-10-08T12:32:01Z</dcterms:modified>
  <cp:revision>1</cp:revision>
  <dc:subject/>
  <dc:title/>
</cp:coreProperties>
</file>